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[0:00-0:10 · 10초]</a:t>
            </a:r>
          </a:p>
          <a:p>
            <a:r>
              <a:t>안녕하세요, SCNU Lens를 만든 이휴단입니다. SCNU Lens는 흩어진 학교 공지와 교외 장학·자격증 정보를 한곳에 모아, 나에게 맞는 것만 마감 전에 알려 주는 앱입니다.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[0:10-0:35 · 25초]</a:t>
            </a:r>
          </a:p>
          <a:p>
            <a:r>
              <a:t>학생에게 필요한 정보는 많습니다. 그런데 순천대 공지만 해도 게시판 112곳에 나뉘어 있고, 장학금·자격증 시험·공모전은 또 다른 사이트 네 곳에 있습니다. 실제로 모은 공지의 절반 이상은 신청 기간과 대상이 첨부 한글 파일 안에 있었고, 시험처럼 '접수 기간'으로 적힌 건 지금 신청할 수 있는지 한눈에 안 보입니다. 그래서 정보가 있어도 제때 못 봐서 기회를 놓칩니다.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[0:35-0:55 · 20초]</a:t>
            </a:r>
          </a:p>
          <a:p>
            <a:r>
              <a:t>SCNU Lens는 이 정보를 한 앱으로 통합합니다. 학과와 관심사를 한 번 고르면 나에게 맞는 공지를 이유와 함께 보여 주고, '10월 12일 접수 시작', '접수중 D-3'처럼 지금 상태를 표시합니다. 긴 공지는 표 한 장으로 정리하고, 마감 전에 휴대폰으로 알려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[0:55-1:15 · 20초]</a:t>
            </a:r>
          </a:p>
          <a:p>
            <a:r>
              <a:t>구조는 네 단계입니다. 매시간 학교 게시판과 공공데이터 API에서 모으고, 첨부 HWP·PDF까지 읽고, 서버 안에서 돌아가는 AI 모델과 규칙으로 분류하고 날짜를 뽑아, 웹 푸시로 전달합니다. 외부 AI API를 쓰지 않아 AI 비용은 0원입니다.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[1:15-2:25 · 70초 · 휴대폰 화면으로 전환]</a:t>
            </a:r>
          </a:p>
          <a:p>
            <a:r>
              <a:t>① (녹화 영상, 10초) 먼저 알림입니다. 내 학과 공지와 마감 알림이 이렇게 휴대폰에 옵니다.</a:t>
            </a:r>
          </a:p>
          <a:p>
            <a:r>
              <a:t>② (마이페이지 → 테스트 알림 보내기) 지금 바로 한 번 보내 보겠습니다. … 이렇게 옵니다. 알림을 누르면 앱이 열립니다.</a:t>
            </a:r>
          </a:p>
          <a:p>
            <a:r>
              <a:t>③ ('나에게' 탭 → 공지 하나) 내 학과 공지가 이유와 함께 모여 있고, 누르면 대상·기간·신청방법이 표로 정리돼 있습니다. 버튼 하나로 학교 원문으로 갑니다.</a:t>
            </a:r>
          </a:p>
          <a:p>
            <a:r>
              <a:t>④ ('장학·공모·자격증' 탭 → '접수 예정' 칩 → 정렬 '접수 시작순') 교외 장학금과 자격증은 접수중·접수 예정으로 나눠 보고, 곧 열리는 순서로 볼 수 있습니다.</a:t>
            </a:r>
          </a:p>
          <a:p>
            <a:r>
              <a:t>⑤ (캘린더 → 오늘) 오늘을 누르면 지금 신청할 수 있는 목록이 마감 가까운 순으로 나옵니다.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[2:25-2:50 · 25초 · 슬라이드로 복귀]</a:t>
            </a:r>
          </a:p>
          <a:p>
            <a:r>
              <a:t>기대 효과는 흩어진 정보를 한 곳에서 보는 시간 단축, 마감 놓침 감소, 교외 기회 발견입니다. 앞으로는 LLM을 붙여 대화로 알림 규칙을 만들고, 첨부 속 표와 이미지 포스터까지 읽고, 시간표·출결과 연결한 하루 체크리스트로 넓히려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[2:50-3:00 · 10초]</a:t>
            </a:r>
          </a:p>
          <a:p>
            <a:r>
              <a:t>화면의 QR로 지금 바로 써 보실 수 있습니다. 들어 주셔서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hyperlink" Target="https://scnuaram.vercel.app" TargetMode="Externa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cnuaram.vercel.app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9CBF2"/>
                </a:solidFill>
                <a:latin typeface="Malgun Gothic"/>
                <a:ea typeface="Malgun Gothic"/>
                <a:cs typeface="Malgun Gothic"/>
              </a:rPr>
              <a:t>2026 SCNU OSS·AI 해커톤 · 기초 트랙</a:t>
            </a:r>
          </a:p>
        </p:txBody>
      </p:sp>
      <p:pic>
        <p:nvPicPr>
          <p:cNvPr id="3" name="Picture 2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83080" y="1810512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SCNU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01752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흩어진 학교·교외 공지를 한곳에,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나에게 맞는 것만 마감 전에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434340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A9CBF2"/>
                </a:solidFill>
                <a:latin typeface="Malgun Gothic"/>
                <a:ea typeface="Malgun Gothic"/>
                <a:cs typeface="Malgun Gothic"/>
              </a:rPr>
              <a:t>순천대 공지 + 교외 장학금·자격증·공모전을 한 앱에서 모아 정리하고 알려 주는 캠퍼스 알리미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66928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이휴단</a:t>
            </a:r>
            <a:r>
              <a:rPr sz="1400" b="0">
                <a:solidFill>
                  <a:srgbClr val="A9CBF2"/>
                </a:solidFill>
                <a:latin typeface="Malgun Gothic"/>
                <a:ea typeface="Malgun Gothic"/>
                <a:cs typeface="Malgun Gothic"/>
              </a:rPr>
              <a:t>   ·   scnuaram.vercel.app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22208" y="612648"/>
            <a:ext cx="2681488" cy="5632704"/>
          </a:xfrm>
          <a:prstGeom prst="roundRect">
            <a:avLst>
              <a:gd name="adj" fmla="val 8000"/>
            </a:avLst>
          </a:prstGeom>
          <a:solidFill>
            <a:srgbClr val="1111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-for-me-o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685800"/>
            <a:ext cx="2535184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정보는 많은데, 여러 곳에 흩어져 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463040"/>
            <a:ext cx="260604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58B2"/>
                </a:solidFill>
                <a:latin typeface="Malgun Gothic"/>
                <a:ea typeface="Malgun Gothic"/>
                <a:cs typeface="Malgun Gothic"/>
              </a:rPr>
              <a:t>112곳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학교 게시판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본부 2곳 + 학과·부속기관 110곳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79" y="1463040"/>
            <a:ext cx="260604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79" y="16459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58B2"/>
                </a:solidFill>
                <a:latin typeface="Malgun Gothic"/>
                <a:ea typeface="Malgun Gothic"/>
                <a:cs typeface="Malgun Gothic"/>
              </a:rPr>
              <a:t>+4곳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79" y="23317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교외 사이트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79" y="26974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큐넷 · 데이터자격검정 · K-Startup · 한국장학재단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611880"/>
            <a:ext cx="260604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7947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58B2"/>
                </a:solidFill>
                <a:latin typeface="Malgun Gothic"/>
                <a:ea typeface="Malgun Gothic"/>
                <a:cs typeface="Malgun Gothic"/>
              </a:rPr>
              <a:t>55%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805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첨부파일 속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수집한 공지 159건 중 87건은 신청 기간·대상이 HWP·PDF 안에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79" y="3611880"/>
            <a:ext cx="260604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79" y="37947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58B2"/>
                </a:solidFill>
                <a:latin typeface="Malgun Gothic"/>
                <a:ea typeface="Malgun Gothic"/>
                <a:cs typeface="Malgun Gothic"/>
              </a:rPr>
              <a:t>18건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79" y="44805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중복 게시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79" y="48463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같은 공지가 여러 게시판에 따로 올라옴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463040"/>
            <a:ext cx="52578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83680" y="1700784"/>
            <a:ext cx="457200" cy="457200"/>
          </a:xfrm>
          <a:prstGeom prst="ellipse">
            <a:avLst/>
          </a:prstGeom>
          <a:solidFill>
            <a:srgbClr val="0058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70078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159105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한 번에 모아 볼 곳이 없다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1938528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학교 공지는 게시판마다, 장학·시험·공모전은 사이트마다 따로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2542032"/>
            <a:ext cx="52578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0" y="2779776"/>
            <a:ext cx="457200" cy="457200"/>
          </a:xfrm>
          <a:prstGeom prst="ellipse">
            <a:avLst/>
          </a:prstGeom>
          <a:solidFill>
            <a:srgbClr val="0058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277977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67004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대상·마감일이 바로 안 보인다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01752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나에게 해당되는지, 언제까지인지는 긴 본문과 첨부 한글 파일 속에 있다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3621024"/>
            <a:ext cx="52578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83680" y="3858768"/>
            <a:ext cx="457200" cy="457200"/>
          </a:xfrm>
          <a:prstGeom prst="ellipse">
            <a:avLst/>
          </a:prstGeom>
          <a:solidFill>
            <a:srgbClr val="0058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38587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74903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'접수 기간'이라 열렸는지 헷갈린다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4096512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시험·장학은 기간 접수라, 아직 안 열렸는지 이미 끝났는지 한눈에 안 보인다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80" y="4700016"/>
            <a:ext cx="5257800" cy="932688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83680" y="4937760"/>
            <a:ext cx="457200" cy="457200"/>
          </a:xfrm>
          <a:prstGeom prst="ellipse">
            <a:avLst/>
          </a:prstGeom>
          <a:solidFill>
            <a:srgbClr val="D1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4937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482803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그래서 좋은 기회를 놓친다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175504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정보가 있어도 제때 못 보면 장학금·공모전·자격증 마감이 지나간다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한 번 설정하면, 찾아가지 않아도 알려 줍니다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58B2"/>
                </a:solidFill>
                <a:latin typeface="Malgun Gothic"/>
                <a:ea typeface="Malgun Gothic"/>
                <a:cs typeface="Malgun Gothic"/>
              </a:rPr>
              <a:t>핵심 가치: </a:t>
            </a:r>
            <a:r>
              <a:rPr sz="140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여러 곳의 정보를 한 앱으로 통합해 오가는 시간을 줄입니다. 알림으로 받고, 궁금하면 앱에서 자세히 찾아봅니다.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15568" y="1618488"/>
            <a:ext cx="1730794" cy="3575304"/>
          </a:xfrm>
          <a:prstGeom prst="roundRect">
            <a:avLst>
              <a:gd name="adj" fmla="val 8000"/>
            </a:avLst>
          </a:prstGeom>
          <a:solidFill>
            <a:srgbClr val="1111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-for-me-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691640"/>
            <a:ext cx="1584490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303520"/>
            <a:ext cx="26817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나에게 맞는 공지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715000"/>
            <a:ext cx="286465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학과·관심사로 골라 주고
왜 추천했는지 이유까지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95928" y="1618488"/>
            <a:ext cx="1730794" cy="3575304"/>
          </a:xfrm>
          <a:prstGeom prst="roundRect">
            <a:avLst>
              <a:gd name="adj" fmla="val 8000"/>
            </a:avLst>
          </a:prstGeom>
          <a:solidFill>
            <a:srgbClr val="1111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-upcom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1691640"/>
            <a:ext cx="158449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0" y="5303520"/>
            <a:ext cx="26817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접수 상태가 한눈에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79" y="5715000"/>
            <a:ext cx="286465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'10/12 접수 시작' · '접수중 D-3'
접수중·접수 예정 필터, 4가지 정렬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76288" y="1618488"/>
            <a:ext cx="1730794" cy="3575304"/>
          </a:xfrm>
          <a:prstGeom prst="roundRect">
            <a:avLst>
              <a:gd name="adj" fmla="val 8000"/>
            </a:avLst>
          </a:prstGeom>
          <a:solidFill>
            <a:srgbClr val="1111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3b-detail-scholars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691640"/>
            <a:ext cx="1584490" cy="3429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55080" y="5303520"/>
            <a:ext cx="26817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긴 공지를 한 장으로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715000"/>
            <a:ext cx="286465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대상·기간·신청방법·지원내용·
제출서류를 표로 (첨부파일까지 읽음)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56648" y="1618488"/>
            <a:ext cx="1730794" cy="3575304"/>
          </a:xfrm>
          <a:prstGeom prst="roundRect">
            <a:avLst>
              <a:gd name="adj" fmla="val 8000"/>
            </a:avLst>
          </a:prstGeom>
          <a:solidFill>
            <a:srgbClr val="1111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4-calendar-op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0" y="1691640"/>
            <a:ext cx="1584490" cy="3429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235440" y="5303520"/>
            <a:ext cx="26817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놓치지 않게 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715000"/>
            <a:ext cx="286465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마감 7·3·1일 전 · 접수 시작 알림
캘린더에 '지금 접수중' 목록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모으고 → 읽고 → 정리해서 → 전달합니다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417320"/>
            <a:ext cx="25603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0058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4592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수집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B2"/>
                </a:solidFill>
                <a:latin typeface="Malgun Gothic"/>
                <a:ea typeface="Malgun Gothic"/>
                <a:cs typeface="Malgun Gothic"/>
              </a:rPr>
              <a:t>매시간 자동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97480"/>
            <a:ext cx="2286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학교 게시판 112곳 크롤링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(학교 사이트만)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공공데이터 API 4종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큐넷·데이터자격·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K-Startup·한국장학재단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82112" y="2788920"/>
            <a:ext cx="237744" cy="365760"/>
          </a:xfrm>
          <a:prstGeom prst="rightArrow">
            <a:avLst/>
          </a:prstGeom>
          <a:solidFill>
            <a:srgbClr val="B8C1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47288" y="1417320"/>
            <a:ext cx="25603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75887" y="1645920"/>
            <a:ext cx="502920" cy="502920"/>
          </a:xfrm>
          <a:prstGeom prst="ellipse">
            <a:avLst/>
          </a:prstGeom>
          <a:solidFill>
            <a:srgbClr val="0058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1645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164592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읽기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22860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B2"/>
                </a:solidFill>
                <a:latin typeface="Malgun Gothic"/>
                <a:ea typeface="Malgun Gothic"/>
                <a:cs typeface="Malgun Gothic"/>
              </a:rPr>
              <a:t>본문 + 첨부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2697480"/>
            <a:ext cx="2286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HWP·HWPX·PDF·DOCX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첨부파일 텍스트 추출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같은 공지 중복 묶기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35040" y="2788920"/>
            <a:ext cx="237744" cy="365760"/>
          </a:xfrm>
          <a:prstGeom prst="rightArrow">
            <a:avLst/>
          </a:prstGeom>
          <a:solidFill>
            <a:srgbClr val="B8C1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0216" y="1417320"/>
            <a:ext cx="25603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28816" y="1645920"/>
            <a:ext cx="502920" cy="502920"/>
          </a:xfrm>
          <a:prstGeom prst="ellipse">
            <a:avLst/>
          </a:prstGeom>
          <a:solidFill>
            <a:srgbClr val="0058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8816" y="1645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68896" y="164592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정리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8816" y="22860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B2"/>
                </a:solidFill>
                <a:latin typeface="Malgun Gothic"/>
                <a:ea typeface="Malgun Gothic"/>
                <a:cs typeface="Malgun Gothic"/>
              </a:rPr>
              <a:t>서버 안 AI + 규칙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8816" y="2697480"/>
            <a:ext cx="2286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분야 분류: MiniLM 다국어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임베딩(서버에서 실행)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날짜 추출: 접수 시작·마감·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시험일·발표일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상세 칸 표: 대상·기간·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신청방법·문의·주관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887968" y="2788920"/>
            <a:ext cx="237744" cy="365760"/>
          </a:xfrm>
          <a:prstGeom prst="rightArrow">
            <a:avLst/>
          </a:prstGeom>
          <a:solidFill>
            <a:srgbClr val="B8C1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53144" y="1417320"/>
            <a:ext cx="25603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81744" y="1645920"/>
            <a:ext cx="502920" cy="502920"/>
          </a:xfrm>
          <a:prstGeom prst="ellipse">
            <a:avLst/>
          </a:prstGeom>
          <a:solidFill>
            <a:srgbClr val="0058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1744" y="1645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21824" y="164592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전달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1744" y="22860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B2"/>
                </a:solidFill>
                <a:latin typeface="Malgun Gothic"/>
                <a:ea typeface="Malgun Gothic"/>
                <a:cs typeface="Malgun Gothic"/>
              </a:rPr>
              <a:t>나에게 맞게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81744" y="2697480"/>
            <a:ext cx="2286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학과·관심사 점수 + 이유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웹 푸시(설치 없는 PWA)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알림함 · 캘린더(.ics)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밤에는 모아서 아침에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4937760"/>
            <a:ext cx="5440680" cy="530352"/>
          </a:xfrm>
          <a:prstGeom prst="roundRect">
            <a:avLst>
              <a:gd name="adj" fmla="val 20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937760"/>
            <a:ext cx="7315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58B2"/>
                </a:solidFill>
                <a:latin typeface="Malgun Gothic"/>
                <a:ea typeface="Malgun Gothic"/>
                <a:cs typeface="Malgun Gothic"/>
              </a:rPr>
              <a:t>화면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4937760"/>
            <a:ext cx="4434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Next.js · React · TypeScript · PWA → Vercel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4937760"/>
            <a:ext cx="5440680" cy="530352"/>
          </a:xfrm>
          <a:prstGeom prst="roundRect">
            <a:avLst>
              <a:gd name="adj" fmla="val 20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4937760"/>
            <a:ext cx="7315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58B2"/>
                </a:solidFill>
                <a:latin typeface="Malgun Gothic"/>
                <a:ea typeface="Malgun Gothic"/>
                <a:cs typeface="Malgun Gothic"/>
              </a:rPr>
              <a:t>서버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4937760"/>
            <a:ext cx="4434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Python · FastAPI · SQLite · APScheduler(매시간 수집·1분 알림)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5596128"/>
            <a:ext cx="5440680" cy="530352"/>
          </a:xfrm>
          <a:prstGeom prst="roundRect">
            <a:avLst>
              <a:gd name="adj" fmla="val 20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596128"/>
            <a:ext cx="7315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58B2"/>
                </a:solidFill>
                <a:latin typeface="Malgun Gothic"/>
                <a:ea typeface="Malgun Gothic"/>
                <a:cs typeface="Malgun Gothic"/>
              </a:rPr>
              <a:t>운영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08760" y="5596128"/>
            <a:ext cx="4434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Oracle Cloud 무료 서버(ARM 2코어) · Caddy(https) · systemd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5596128"/>
            <a:ext cx="5440680" cy="530352"/>
          </a:xfrm>
          <a:prstGeom prst="roundRect">
            <a:avLst>
              <a:gd name="adj" fmla="val 20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5596128"/>
            <a:ext cx="7315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58B2"/>
                </a:solidFill>
                <a:latin typeface="Malgun Gothic"/>
                <a:ea typeface="Malgun Gothic"/>
                <a:cs typeface="Malgun Gothic"/>
              </a:rPr>
              <a:t>품질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78040" y="5596128"/>
            <a:ext cx="4434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자동 테스트 135개 · 외부 AI API 없음 → AI 비용 0원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시연: 설정 → 알림 → 교내·교외 공지 확인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490472"/>
            <a:ext cx="457200" cy="457200"/>
          </a:xfrm>
          <a:prstGeom prst="ellipse">
            <a:avLst/>
          </a:prstGeom>
          <a:solidFill>
            <a:srgbClr val="0058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9047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35608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학과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6479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'컴공'만 쳐도 컴퓨터공학전공 · 관심사 고르기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276856"/>
            <a:ext cx="457200" cy="457200"/>
          </a:xfrm>
          <a:prstGeom prst="ellipse">
            <a:avLst/>
          </a:prstGeom>
          <a:solidFill>
            <a:srgbClr val="0058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221992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알림 받기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55117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내 학과 공지·마감 알림이 휴대폰에 (녹화 영상)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0058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632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008376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교내 공지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337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'나에게' 탭 → 정리 카드 → 학교 원문 열기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849624"/>
            <a:ext cx="457200" cy="457200"/>
          </a:xfrm>
          <a:prstGeom prst="ellipse">
            <a:avLst/>
          </a:prstGeom>
          <a:solidFill>
            <a:srgbClr val="0058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4962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794759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교외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1239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장학·자격증: 접수 예정 / 접수중, 접수 시작순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4636008"/>
            <a:ext cx="457200" cy="457200"/>
          </a:xfrm>
          <a:prstGeom prst="ellipse">
            <a:avLst/>
          </a:prstGeom>
          <a:solidFill>
            <a:srgbClr val="0058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3600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581144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캘린더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1032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날짜를 누르면 그날 마감 · 지금 접수중 목록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440680"/>
            <a:ext cx="47548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440680"/>
            <a:ext cx="43891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🎬 알림 녹화 영상</a:t>
            </a:r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 — 여기에 영상을 넣어 주세요</a:t>
            </a:r>
          </a:p>
          <a:p>
            <a:pPr algn="l"/>
            <a:r>
              <a:rPr sz="1150" b="0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나머지는 휴대폰으로 직접 시연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24728" y="1298448"/>
            <a:ext cx="2385717" cy="4992624"/>
          </a:xfrm>
          <a:prstGeom prst="roundRect">
            <a:avLst>
              <a:gd name="adj" fmla="val 8000"/>
            </a:avLst>
          </a:prstGeom>
          <a:solidFill>
            <a:srgbClr val="1111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3-detail-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71600"/>
            <a:ext cx="2239413" cy="4846320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476488" y="1298448"/>
            <a:ext cx="2385717" cy="4992624"/>
          </a:xfrm>
          <a:prstGeom prst="roundRect">
            <a:avLst>
              <a:gd name="adj" fmla="val 8000"/>
            </a:avLst>
          </a:prstGeom>
          <a:solidFill>
            <a:srgbClr val="1111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2b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371600"/>
            <a:ext cx="2239413" cy="4846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0" y="63550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시험: 접수 전 · 신청 기간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3550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교외 장학금 · 접수중 D-1</a:t>
            </a:r>
          </a:p>
        </p:txBody>
      </p:sp>
      <p:sp>
        <p:nvSpPr>
          <p:cNvPr id="31" name="Rounded Rectangle 30">
            <a:hlinkClick r:id="rId4"/>
          </p:cNvPr>
          <p:cNvSpPr/>
          <p:nvPr/>
        </p:nvSpPr>
        <p:spPr>
          <a:xfrm>
            <a:off x="10881360" y="1371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360" y="13716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▶ 열기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기대 효과와 앞으로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B2"/>
                </a:solidFill>
                <a:latin typeface="Malgun Gothic"/>
                <a:ea typeface="Malgun Gothic"/>
                <a:cs typeface="Malgun Gothic"/>
              </a:rPr>
              <a:t>기대 효과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37360"/>
            <a:ext cx="49377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확인 시간 단축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1284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학교 게시판 112곳 + 교외 4곳의 정보를 앱 한 곳에서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816352"/>
            <a:ext cx="49377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마감 놓침 감소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91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마감 7·3·1일 전 · 접수 시작 알림, 밤에는 모아서 아침에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895344"/>
            <a:ext cx="49377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0507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기회 발견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1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교내만 보던 학생도 교외 장학·자격증·공모전까지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974336"/>
            <a:ext cx="49377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8406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정보 격차 완화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49823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선배·단톡방 없이도 신입생이 같은 정보를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23444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E9E6A"/>
                </a:solidFill>
                <a:latin typeface="Malgun Gothic"/>
                <a:ea typeface="Malgun Gothic"/>
                <a:cs typeface="Malgun Gothic"/>
              </a:rPr>
              <a:t>확장 계획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1737360"/>
            <a:ext cx="5623560" cy="914400"/>
          </a:xfrm>
          <a:prstGeom prst="roundRect">
            <a:avLst>
              <a:gd name="adj" fmla="val 10000"/>
            </a:avLst>
          </a:prstGeom>
          <a:solidFill>
            <a:srgbClr val="E6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828800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대화로 설정하는 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167128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지금은 선택식. 무료 서버(2코어·12GB)라 대형 LLM은 못 올렸지만, LLM을 붙이면 "장학금 중 성적 기준 없는 것만"처럼 대화로 규칙을 만들 수 있음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2816352"/>
            <a:ext cx="5623560" cy="914400"/>
          </a:xfrm>
          <a:prstGeom prst="roundRect">
            <a:avLst>
              <a:gd name="adj" fmla="val 10000"/>
            </a:avLst>
          </a:prstGeom>
          <a:solidFill>
            <a:srgbClr val="E6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첨부 속 표·이미지까지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24612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HWP·PDF 글자는 이미 읽음. 다음은 표 안의 날짜, 스캔 포스터 이미지(OCR)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895344"/>
            <a:ext cx="5623560" cy="914400"/>
          </a:xfrm>
          <a:prstGeom prst="roundRect">
            <a:avLst>
              <a:gd name="adj" fmla="val 10000"/>
            </a:avLst>
          </a:prstGeom>
          <a:solidFill>
            <a:srgbClr val="E6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986783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하루 체크리스트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32511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시간표·전자출결과 연결해 공강 시간에 할 일 추천 (학교 협조 필요)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89320" y="4974336"/>
            <a:ext cx="5623560" cy="914400"/>
          </a:xfrm>
          <a:prstGeom prst="roundRect">
            <a:avLst>
              <a:gd name="adj" fmla="val 10000"/>
            </a:avLst>
          </a:prstGeom>
          <a:solidFill>
            <a:srgbClr val="E6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5065775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어학 시험·다른 대학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404103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토익 등은 공식 API가 없어 '직접 입력 일정'으로 대응 · 게시판 목록만 바꾸면 다른 대학에도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1447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1F232B"/>
                </a:solidFill>
                <a:latin typeface="Malgun Gothic"/>
                <a:ea typeface="Malgun Gothic"/>
                <a:cs typeface="Malgun Gothic"/>
              </a:rPr>
              <a:t>비즈니스 모델: </a:t>
            </a:r>
            <a:r>
              <a:rPr sz="125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운영비 0원 구조(무료 서버·무료 AI 모델) → 학생 무료 · 대학/학과 단위 공식 알리미로 도입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66E7A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A9CBF2"/>
                </a:solidFill>
                <a:latin typeface="Malgun Gothic"/>
                <a:ea typeface="Malgun Gothic"/>
                <a:cs typeface="Malgun Gothic"/>
              </a:rP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8580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질문 받겠습니다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휴대폰으로 직접 써 보세요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3520440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카메라로 오른쪽 QR을 찍으면 바로 열립니다.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'홈 화면에 추가'하면 앱처럼 알림을 받아요.</a:t>
            </a:r>
          </a:p>
        </p:txBody>
      </p:sp>
      <p:sp>
        <p:nvSpPr>
          <p:cNvPr id="5" name="Rounded Rectangle 4">
            <a:hlinkClick r:id="rId2"/>
          </p:cNvPr>
          <p:cNvSpPr/>
          <p:nvPr/>
        </p:nvSpPr>
        <p:spPr>
          <a:xfrm>
            <a:off x="749808" y="452628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452628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▶  지금 열어 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4864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9CBF2"/>
                </a:solidFill>
                <a:latin typeface="Malgun Gothic"/>
                <a:ea typeface="Malgun Gothic"/>
                <a:cs typeface="Malgun Gothic"/>
              </a:rPr>
              <a:t>바로 가기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4864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scnuaram.vercel.app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58521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9CBF2"/>
                </a:solidFill>
                <a:latin typeface="Malgun Gothic"/>
                <a:ea typeface="Malgun Gothic"/>
                <a:cs typeface="Malgun Gothic"/>
              </a:rPr>
              <a:t>소스 코드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852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github.com/GOBIEBERPA/scnu-lens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62179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9CBF2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6217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이휴단 · scnuhyudan@gmail.com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371600"/>
            <a:ext cx="32918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-scnuaram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554480"/>
            <a:ext cx="2926080" cy="2926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3816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A9CBF2"/>
                </a:solidFill>
                <a:latin typeface="Malgun Gothic"/>
                <a:ea typeface="Malgun Gothic"/>
                <a:cs typeface="Malgun Gothic"/>
              </a:rPr>
              <a:t>scnuaram.vercel.app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