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순천대 AI 통합 알리미 SCNU Lens를 만든 이휴단입니다. 학교 공지를 하나로 모아서, 나에게 해당되는 것만 마감 전에 알려주는 모바일 웹앱입니다.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순천대 공지는 학사, 장학, 그리고 학과 게시판까지 100곳 넘게 흩어져 있습니다. 같은 공지가 여러 번 올라오고, 정작 마감일과 신청 방법은 첨부파일 속에 있죠. 그래서 나에게 해당되는지, 언제까지인지 모르고 기회를 놓칩니다.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SCNU Lens는 네 단계로 동작합니다. 학교 게시판 109곳과 공공데이터 API를 매시간 모으고, 서버 안의 AI 모델로 분류하고 정리 카드를 만듭니다. 그리고 학과와 관심사로 골라 이유와 함께 보여주고, 마감 전에 알려줍니다.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 접속하면 30초 설정이 뜹니다. 학과는 70개 목록에서만 고르게 해서 오타로 매칭이 깨지지 않게 했고, 학생들이 쓰는 '컴공' 같은 줄임말이나 초성으로도 찾을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나에게 탭입니다. 공지마다 왜 추천했는지 파란 문장으로 보여줍니다. 내 학과 게시판 공지가 가장 먼저 오고, 이미 끝난 결과 발표나 본문에 한 번 스친 단어로는 추천하지 않도록 다듬었습니다.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공지를 누르면 대상, 기간, 신청방법, 문의가 정리된 카드가 열리고, 언제 알림이 갈지도 미리 보여줍니다. 캘린더에서는 이번 달 마감일과 시험일을 한눈에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차별점은 네 가지입니다. 학과 게시판 109곳을 자동으로 찾아 모으고, 유료 AI 없이 서버에서 직접 모델을 돌려 비용이 0원입니다. 추천 이유를 설명하고, 실제로 써 보면서 신청기간과 운영기간을 구분하는 등 규칙을 다듬었습니다.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기술적으로는 오픈소스 MiniLM 모델과 FastAPI, Next.js로 만들었고, 화면은 Vercel, 수집과 알림은 Oracle Cloud에서 24시간 돌아가고 있습니다. 자동 테스트 126개가 통과한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QR 코드나 scnuaram.vercel.app 으로 지금 바로 써 보실 수 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51460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SCNU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47472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CFE4FB"/>
                </a:solidFill>
                <a:latin typeface="Malgun Gothic"/>
                <a:ea typeface="Malgun Gothic"/>
                <a:cs typeface="Malgun Gothic"/>
              </a:rPr>
              <a:t>순천대 AI 통합 알리미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2062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흩어진 학교 공지 100여 곳과 공모전·자격증 일정을 모아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나에게 해당되는 것만, 마감 전에 알려드려요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06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scnuaram.vercel.app</a:t>
            </a:r>
            <a:r>
              <a:rPr sz="1300" b="0">
                <a:solidFill>
                  <a:srgbClr val="CFE4FB"/>
                </a:solidFill>
                <a:latin typeface="Malgun Gothic"/>
                <a:ea typeface="Malgun Gothic"/>
                <a:cs typeface="Malgun Gothic"/>
              </a:rPr>
              <a:t>   ·   2026 SCNU OSS·AI 해커톤 · 기초 트랙 · 이휴단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7344" y="557784"/>
            <a:ext cx="2742029" cy="5742431"/>
          </a:xfrm>
          <a:prstGeom prst="roundRect">
            <a:avLst>
              <a:gd name="adj" fmla="val 9000"/>
            </a:avLst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-for-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40080"/>
            <a:ext cx="257743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공지는 많은데, 내 것은 안 보입니다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순천대 학생이 공지를 확인하는 지금의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100+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게시판이 흩어져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2880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학사·장학 본부 게시판, 학과·부속기관 게시판 100곳 넘게, 공모전·자격증은 또 다른 사이트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9" y="2148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중복·첨부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정보가 묻혀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3840480"/>
            <a:ext cx="2880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같은 공지가 여러 게시판에 중복. 마감일·신청 방법은 본문과 HWP·PDF 첨부 속에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148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C84B31"/>
                </a:solidFill>
                <a:latin typeface="Malgun Gothic"/>
                <a:ea typeface="Malgun Gothic"/>
                <a:cs typeface="Malgun Gothic"/>
              </a:rPr>
              <a:t>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그래서 놓친다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840480"/>
            <a:ext cx="2880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"이게 나에게 해당되나?" "언제까지지?"를 바로 알 수 없어 장학·취업·공모전 기회를 지나친다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모으고, 정리하고, 골라서, 알려줍니다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사람이 할 일은 처음 30초 설정뿐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240280"/>
            <a:ext cx="640080" cy="64008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08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매시간 자동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11480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학교 게시판 109곳
+ 큐넷·데이터자격검정·K-Startup API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6392" y="3703320"/>
            <a:ext cx="256032" cy="320040"/>
          </a:xfrm>
          <a:prstGeom prst="rightArrow">
            <a:avLst/>
          </a:prstGeom>
          <a:solidFill>
            <a:srgbClr val="CF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240280"/>
            <a:ext cx="640080" cy="64008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08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AI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서버 안 AI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11480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분야 분류, 대상·기간·신청방법·문의를
정리 카드로, 중복 공지는 하나로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6752" y="3703320"/>
            <a:ext cx="256032" cy="320040"/>
          </a:xfrm>
          <a:prstGeom prst="rightArrow">
            <a:avLst/>
          </a:prstGeom>
          <a:solidFill>
            <a:srgbClr val="CF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59" y="192024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79" y="2240280"/>
            <a:ext cx="640080" cy="64008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108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나에게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추천 + 이유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11480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학과·관심사로 점수를 매기고
"왜 나에게 해당되는지" 문장으로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97112" y="3703320"/>
            <a:ext cx="256032" cy="320040"/>
          </a:xfrm>
          <a:prstGeom prst="rightArrow">
            <a:avLst/>
          </a:prstGeom>
          <a:solidFill>
            <a:srgbClr val="CF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19" y="192024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4040" y="2240280"/>
            <a:ext cx="640080" cy="64008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108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611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마감 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11480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마감 7·3·1일 전, 접수 시각에
웹 푸시와 알림함으로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① 30초 설정 — 학과는 고르기만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웹과 휴대폰에서 똑같이 동작합니다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728216"/>
            <a:ext cx="6144768" cy="4155948"/>
          </a:xfrm>
          <a:prstGeom prst="roundRect">
            <a:avLst>
              <a:gd name="adj" fmla="val 3000"/>
            </a:avLst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186537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6537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186537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828800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ED6"/>
                </a:solidFill>
                <a:latin typeface="Malgun Gothic"/>
                <a:ea typeface="Malgun Gothic"/>
                <a:cs typeface="Malgun Gothic"/>
              </a:rPr>
              <a:t>scnuaram.vercel.app</a:t>
            </a:r>
          </a:p>
        </p:txBody>
      </p:sp>
      <p:pic>
        <p:nvPicPr>
          <p:cNvPr id="10" name="Picture 9" descr="1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6035040" cy="3771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04304" y="1609344"/>
            <a:ext cx="2361752" cy="4919472"/>
          </a:xfrm>
          <a:prstGeom prst="roundRect">
            <a:avLst>
              <a:gd name="adj" fmla="val 9000"/>
            </a:avLst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-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2197160" cy="475488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555480" y="1874519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856231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줄임말·초성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5856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'컴공' → 컴퓨터공학전공
'ㄱㅎ' → 간호학과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3291839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2918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73551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목록에서만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675887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오타로 학과 매칭이
깨지지 않게</a:t>
            </a:r>
          </a:p>
        </p:txBody>
      </p:sp>
      <p:sp>
        <p:nvSpPr>
          <p:cNvPr id="21" name="Oval 20"/>
          <p:cNvSpPr/>
          <p:nvPr/>
        </p:nvSpPr>
        <p:spPr>
          <a:xfrm>
            <a:off x="9555480" y="4709160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47091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690872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알림도 한 번에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09320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휴대폰 알림을 켜면
마감 전에 알려줌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② 나에게 — 왜 추천했는지 알려줍니다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식품공학전공 · 관심사 '장학금, 취업'으로 설정한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728216"/>
            <a:ext cx="6144768" cy="4155948"/>
          </a:xfrm>
          <a:prstGeom prst="roundRect">
            <a:avLst>
              <a:gd name="adj" fmla="val 3000"/>
            </a:avLst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186537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6537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186537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828800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ED6"/>
                </a:solidFill>
                <a:latin typeface="Malgun Gothic"/>
                <a:ea typeface="Malgun Gothic"/>
                <a:cs typeface="Malgun Gothic"/>
              </a:rPr>
              <a:t>scnuaram.vercel.app</a:t>
            </a:r>
          </a:p>
        </p:txBody>
      </p:sp>
      <p:pic>
        <p:nvPicPr>
          <p:cNvPr id="10" name="Picture 9" descr="2-for-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6035040" cy="3771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04304" y="1609344"/>
            <a:ext cx="2361752" cy="4919472"/>
          </a:xfrm>
          <a:prstGeom prst="roundRect">
            <a:avLst>
              <a:gd name="adj" fmla="val 9000"/>
            </a:avLst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for-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2197160" cy="475488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555480" y="1874519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856231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추천 이유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5856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"관심 키워드 '장학금, 취업'과
관련된 공지예요"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3291839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2918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73551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내 학과 게시판 우선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675887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109곳 중 내 과 소식을
가장 먼저</a:t>
            </a:r>
          </a:p>
        </p:txBody>
      </p:sp>
      <p:sp>
        <p:nvSpPr>
          <p:cNvPr id="21" name="Oval 20"/>
          <p:cNvSpPr/>
          <p:nvPr/>
        </p:nvSpPr>
        <p:spPr>
          <a:xfrm>
            <a:off x="9555480" y="4709160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47091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690872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헛추천은 거른다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09320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결과·수상자 발표, 본문에
한 번 스친 단어는 제외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③ 정리 카드와 캘린더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본문·첨부파일에서 필요한 칸만 뽑아 보여줍니다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" y="1728216"/>
            <a:ext cx="6144768" cy="4155948"/>
          </a:xfrm>
          <a:prstGeom prst="roundRect">
            <a:avLst>
              <a:gd name="adj" fmla="val 3000"/>
            </a:avLst>
          </a:prstGeom>
          <a:solidFill>
            <a:srgbClr val="26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186537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6537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186537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828800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9CED6"/>
                </a:solidFill>
                <a:latin typeface="Malgun Gothic"/>
                <a:ea typeface="Malgun Gothic"/>
                <a:cs typeface="Malgun Gothic"/>
              </a:rPr>
              <a:t>scnuaram.vercel.app</a:t>
            </a:r>
          </a:p>
        </p:txBody>
      </p:sp>
      <p:pic>
        <p:nvPicPr>
          <p:cNvPr id="10" name="Picture 9" descr="4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6035040" cy="3771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04304" y="1609344"/>
            <a:ext cx="2361752" cy="4919472"/>
          </a:xfrm>
          <a:prstGeom prst="roundRect">
            <a:avLst>
              <a:gd name="adj" fmla="val 9000"/>
            </a:avLst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2197160" cy="475488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555480" y="1874519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856231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정리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5856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대상·기간·신청방법·문의를
표로, 링크는 바로 누르기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3291839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2918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73551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마감 알림 예정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675887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7·3·1일 전 알림 시각을
미리 보여줌</a:t>
            </a:r>
          </a:p>
        </p:txBody>
      </p:sp>
      <p:sp>
        <p:nvSpPr>
          <p:cNvPr id="21" name="Oval 20"/>
          <p:cNvSpPr/>
          <p:nvPr/>
        </p:nvSpPr>
        <p:spPr>
          <a:xfrm>
            <a:off x="9555480" y="4709160"/>
            <a:ext cx="384048" cy="384048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47091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690872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캘린더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09320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마감일·시험일·발표일
D-3 마감 / 오늘 마감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다른 알리미와 다른 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93852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학과 게시판 109곳 자동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560320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학교 사이트가 같은 게시판 엔진을 쓴다는 점을 이용해 게시판 주소를 스스로 찾아 한 번에 수집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3852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AI 비용 0원, 외부 전송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560320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유료 AI API 없이 오픈소스 경량 모델(MiniLM)을 서버에서 직접 실행. 공지 원문이 밖으로 나가지 않음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4074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"왜 나에게?"를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5029200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블랙박스 추천이 아니라 근거(내 학과 게시판, 관심 키워드)를 문장으로 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389120"/>
            <a:ext cx="548640" cy="548640"/>
          </a:xfrm>
          <a:prstGeom prst="ellipse">
            <a:avLst/>
          </a:prstGeom>
          <a:solidFill>
            <a:srgbClr val="005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4074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실제로 써 보며 다듬은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029200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신청기간과 운영기간 구분, '신청 시작'은 마감 아님, 다른 지역 한정 공고 제외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어떻게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모두 오픈소스, 24시간 운영 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8521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AI  </a:t>
            </a:r>
            <a:r>
              <a:rPr sz="1600" b="0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MiniLM 다국어 임베딩(fastembed·ONNX) + 규칙 추출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백엔드  </a:t>
            </a:r>
            <a:r>
              <a:rPr sz="1600" b="0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Python · FastAPI · SQLite · APScheduler · BeautifulSoup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화면  </a:t>
            </a:r>
            <a:r>
              <a:rPr sz="1600" b="0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Next.js · React · TypeScript · PWA(웹 푸시)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데이터  </a:t>
            </a:r>
            <a:r>
              <a:rPr sz="1600" b="0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순천대 게시판 + 공공데이터포털 API 3종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배포  </a:t>
            </a:r>
            <a:r>
              <a:rPr sz="1600" b="0">
                <a:solidFill>
                  <a:srgbClr val="1F1D1A"/>
                </a:solidFill>
                <a:latin typeface="Malgun Gothic"/>
                <a:ea typeface="Malgun Gothic"/>
                <a:cs typeface="Malgun Gothic"/>
              </a:rPr>
              <a:t>화면 Vercel, 수집·알림 Oracle Cloud + Caddy(https)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37360"/>
            <a:ext cx="2377440" cy="1874519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01167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926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학교 게시판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737360"/>
            <a:ext cx="2377440" cy="1874519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201167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9260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학과 선택 목록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886200"/>
            <a:ext cx="2377440" cy="1874519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074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자동 테스트 통과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3886200"/>
            <a:ext cx="2377440" cy="1874519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058B2"/>
                </a:solidFill>
                <a:latin typeface="Malgun Gothic"/>
                <a:ea typeface="Malgun Gothic"/>
                <a:cs typeface="Malgun Gothic"/>
              </a:rPr>
              <a:t>0원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5074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862"/>
                </a:solidFill>
                <a:latin typeface="Malgun Gothic"/>
                <a:ea typeface="Malgun Gothic"/>
                <a:cs typeface="Malgun Gothic"/>
              </a:rPr>
              <a:t>AI 운영 비용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바로 써 보세요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4688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FE4FB"/>
                </a:solidFill>
                <a:latin typeface="Malgun Gothic"/>
                <a:ea typeface="Malgun Gothic"/>
                <a:cs typeface="Malgun Gothic"/>
              </a:rPr>
              <a:t>scnuaram.vercel.app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29184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휴대폰에서 열고 '홈 화면에 추가'하면 앱처럼 쓸 수 있어요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GitHub  github.com/GOBIEBERPA/scnu-lens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FE4FB"/>
                </a:solidFill>
                <a:latin typeface="Malgun Gothic"/>
                <a:ea typeface="Malgun Gothic"/>
                <a:cs typeface="Malgun Gothic"/>
              </a:rPr>
              <a:t>감사합니다 · SCNU Lens · 이휴단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417320"/>
            <a:ext cx="30175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-scnu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00200"/>
            <a:ext cx="26517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4617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FE4FB"/>
                </a:solidFill>
                <a:latin typeface="Malgun Gothic"/>
                <a:ea typeface="Malgun Gothic"/>
                <a:cs typeface="Malgun Gothic"/>
              </a:rPr>
              <a:t>QR로 바로 접속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